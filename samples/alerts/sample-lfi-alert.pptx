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B40000"/>
                </a:solidFill>
              </a:defRPr>
            </a:pPr>
            <a:r>
              <a:t>HSE FLASH – Learning From Incident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37160"/>
            <a:ext cx="2377440" cy="73152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116128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Ifadah#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45821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18-Aug-2026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07:45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Risk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Driving / Vehicle Safety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Injury/Asset Damaged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Asset damage – rear door of light vehicle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Material delivery to laydown yard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Actual Severity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Minor (Level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Potential Severity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Major (Level 4)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Laydown yard, Desert Star Energy Field Camp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Incident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Reversing truck struck a parked light vehicle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pho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0"/>
            <a:ext cx="3566160" cy="2377440"/>
          </a:xfrm>
          <a:prstGeom prst="rect">
            <a:avLst/>
          </a:prstGeom>
        </p:spPr>
      </p:pic>
      <p:pic>
        <p:nvPicPr>
          <p:cNvPr id="6" name="Picture 5" descr="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2560320"/>
            <a:ext cx="3396343" cy="2377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498348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40000"/>
                </a:solidFill>
              </a:defRPr>
            </a:pPr>
            <a:r>
              <a:t>No banksman, no reversing.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46888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What happened?</a:t>
            </a:r>
          </a:p>
          <a:p>
            <a:pPr>
              <a:defRPr sz="1000" b="0"/>
            </a:pPr>
            <a:r>
              <a:t>During a material delivery by Falcon Logistics LLC, a 10-tonne flatbed truck reversed into the laydown yard without a banksman. The driver, Rami Haddad, could not see a light vehicle parked behind the truck and struck its rear door at low speed. Nobody was inside the light vehicle and no one was injured.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402336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/>
            </a:pPr>
            <a:r>
              <a:t>Why it happened / Findings</a:t>
            </a:r>
          </a:p>
          <a:p>
            <a:pPr>
              <a:defRPr sz="900" b="0"/>
            </a:pPr>
            <a:r>
              <a:t>• No banksman was assigned for the reversing manoeuvre.</a:t>
            </a:r>
          </a:p>
          <a:p>
            <a:pPr>
              <a:defRPr sz="900" b="0"/>
            </a:pPr>
            <a:r>
              <a:t>• The truck's reversing camera was not working and had not been reported.</a:t>
            </a:r>
          </a:p>
          <a:p>
            <a:pPr>
              <a:defRPr sz="900" b="0"/>
            </a:pPr>
            <a:r>
              <a:t>• The light vehicle was parked inside the truck manoeuvring area, which was not marked as a no-parking zone.</a:t>
            </a:r>
          </a:p>
          <a:p>
            <a:pPr>
              <a:defRPr sz="900" b="0"/>
            </a:pPr>
            <a:r>
              <a:t>• The delivery was not covered in the morning toolbox talk (Permit WP-2209 listed offloading only).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394960"/>
            <a:ext cx="5760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/>
            </a:pPr>
            <a:r>
              <a:t>Reflective questions to discuss with your Team</a:t>
            </a:r>
          </a:p>
          <a:p>
            <a:pPr>
              <a:defRPr sz="900" b="0"/>
            </a:pPr>
            <a:r>
              <a:t>• When do we need a banksman on our site?</a:t>
            </a:r>
          </a:p>
          <a:p>
            <a:pPr>
              <a:defRPr sz="900" b="0"/>
            </a:pPr>
            <a:r>
              <a:t>• Do we check reversing aids before every trip, and how do we report defects?</a:t>
            </a:r>
          </a:p>
          <a:p>
            <a:pPr>
              <a:defRPr sz="900" b="0"/>
            </a:pPr>
            <a:r>
              <a:t>• Where are the no-parking zones in our laydown areas?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5394960"/>
            <a:ext cx="5760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/>
            </a:pPr>
            <a:r>
              <a:t>How can this learning be sustained at site?</a:t>
            </a:r>
          </a:p>
          <a:p>
            <a:pPr>
              <a:defRPr sz="900" b="0"/>
            </a:pPr>
            <a:r>
              <a:t>• Assign a trained banksman for every reversing manoeuvre.</a:t>
            </a:r>
          </a:p>
          <a:p>
            <a:pPr>
              <a:defRPr sz="900" b="0"/>
            </a:pPr>
            <a:r>
              <a:t>• Add reversing camera and alarm checks to the daily vehicle pre-use inspection.</a:t>
            </a:r>
          </a:p>
          <a:p>
            <a:pPr>
              <a:defRPr sz="900" b="0"/>
            </a:pPr>
            <a:r>
              <a:t>• Mark and enforce no-parking zones in truck manoeuvring areas.</a:t>
            </a:r>
          </a:p>
          <a:p>
            <a:pPr>
              <a:defRPr sz="900" b="0"/>
            </a:pPr>
            <a:r>
              <a:t>• Brief all delivery drivers at the gate on site traffic rules.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